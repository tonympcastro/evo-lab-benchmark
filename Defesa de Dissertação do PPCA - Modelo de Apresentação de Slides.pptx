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pen Sans Bold" charset="1" panose="020B0806030504020204"/>
      <p:regular r:id="rId16"/>
    </p:embeddedFont>
    <p:embeddedFont>
      <p:font typeface="Alexandria" charset="1" panose="00000000000000000000"/>
      <p:regular r:id="rId17"/>
    </p:embeddedFont>
    <p:embeddedFont>
      <p:font typeface="Alexandria Heavy" charset="1" panose="00000000000000000000"/>
      <p:regular r:id="rId18"/>
    </p:embeddedFont>
    <p:embeddedFont>
      <p:font typeface="Alexandria Bold" charset="1" panose="00000000000000000000"/>
      <p:regular r:id="rId19"/>
    </p:embeddedFont>
    <p:embeddedFont>
      <p:font typeface="Open Sans" charset="1" panose="020B0606030504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188763" cy="10223591"/>
          </a:xfrm>
          <a:custGeom>
            <a:avLst/>
            <a:gdLst/>
            <a:ahLst/>
            <a:cxnLst/>
            <a:rect r="r" b="b" t="t" l="l"/>
            <a:pathLst>
              <a:path h="10223591" w="18188763">
                <a:moveTo>
                  <a:pt x="0" y="0"/>
                </a:moveTo>
                <a:lnTo>
                  <a:pt x="18188763" y="0"/>
                </a:lnTo>
                <a:lnTo>
                  <a:pt x="18188763" y="10223591"/>
                </a:lnTo>
                <a:lnTo>
                  <a:pt x="0" y="102235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317209" y="2863944"/>
            <a:ext cx="4145518" cy="414551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60869" y="3636221"/>
            <a:ext cx="10773962" cy="178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b="true" sz="3399">
                <a:solidFill>
                  <a:srgbClr val="F2F2F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“Título da Dissertaçãoxxxxxxxxxxxxxxxxxxxxxx</a:t>
            </a:r>
          </a:p>
          <a:p>
            <a:pPr algn="just">
              <a:lnSpc>
                <a:spcPts val="4759"/>
              </a:lnSpc>
            </a:pPr>
            <a:r>
              <a:rPr lang="en-US" b="true" sz="3399">
                <a:solidFill>
                  <a:srgbClr val="F2F2F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xxxxxxxxxxxxxxxxxxxxxxxxxxxxxxxxxxxxxxxxx</a:t>
            </a:r>
          </a:p>
          <a:p>
            <a:pPr algn="just">
              <a:lnSpc>
                <a:spcPts val="4759"/>
              </a:lnSpc>
            </a:pPr>
            <a:r>
              <a:rPr lang="en-US" b="true" sz="3399">
                <a:solidFill>
                  <a:srgbClr val="F2F2F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xxxxxxxxxxxxxxxxxxxxxxxxxxxxxxxxxxxxxxxxx”.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6218" y="1029741"/>
            <a:ext cx="9951257" cy="220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0"/>
              </a:lnSpc>
            </a:pPr>
            <a:r>
              <a:rPr lang="en-US" sz="9000" spc="-189">
                <a:solidFill>
                  <a:srgbClr val="071D69"/>
                </a:solidFill>
                <a:latin typeface="Alexandria"/>
                <a:ea typeface="Alexandria"/>
                <a:cs typeface="Alexandria"/>
                <a:sym typeface="Alexandria"/>
              </a:rPr>
              <a:t>Xª </a:t>
            </a:r>
            <a:r>
              <a:rPr lang="en-US" sz="9000" spc="-189">
                <a:solidFill>
                  <a:srgbClr val="071D69"/>
                </a:solidFill>
                <a:latin typeface="Alexandria"/>
                <a:ea typeface="Alexandria"/>
                <a:cs typeface="Alexandria"/>
                <a:sym typeface="Alexandria"/>
              </a:rPr>
              <a:t>Defesa de</a:t>
            </a:r>
            <a:r>
              <a:rPr lang="en-US" b="true" sz="9000" spc="-189">
                <a:solidFill>
                  <a:srgbClr val="071D69"/>
                </a:solidFill>
                <a:latin typeface="Alexandria Heavy"/>
                <a:ea typeface="Alexandria Heavy"/>
                <a:cs typeface="Alexandria Heavy"/>
                <a:sym typeface="Alexandria Heavy"/>
              </a:rPr>
              <a:t> Dissertação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59307" y="6162265"/>
            <a:ext cx="1655463" cy="165546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63681" y="0"/>
                  </a:moveTo>
                  <a:lnTo>
                    <a:pt x="649119" y="0"/>
                  </a:lnTo>
                  <a:cubicBezTo>
                    <a:pt x="739518" y="0"/>
                    <a:pt x="812800" y="73282"/>
                    <a:pt x="812800" y="163681"/>
                  </a:cubicBezTo>
                  <a:lnTo>
                    <a:pt x="812800" y="649119"/>
                  </a:lnTo>
                  <a:cubicBezTo>
                    <a:pt x="812800" y="739518"/>
                    <a:pt x="739518" y="812800"/>
                    <a:pt x="649119" y="812800"/>
                  </a:cubicBezTo>
                  <a:lnTo>
                    <a:pt x="163681" y="812800"/>
                  </a:lnTo>
                  <a:cubicBezTo>
                    <a:pt x="73282" y="812800"/>
                    <a:pt x="0" y="739518"/>
                    <a:pt x="0" y="649119"/>
                  </a:cubicBezTo>
                  <a:lnTo>
                    <a:pt x="0" y="163681"/>
                  </a:lnTo>
                  <a:cubicBezTo>
                    <a:pt x="0" y="73282"/>
                    <a:pt x="73282" y="0"/>
                    <a:pt x="16368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2220200" y="6258944"/>
            <a:ext cx="3902249" cy="41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71D69"/>
                </a:solidFill>
                <a:latin typeface="Alexandria"/>
                <a:ea typeface="Alexandria"/>
                <a:cs typeface="Alexandria"/>
                <a:sym typeface="Alexandria"/>
              </a:rPr>
              <a:t>Orientando(a):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20200" y="6657167"/>
            <a:ext cx="7311818" cy="471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0F599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Nome Completo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9307" y="8069242"/>
            <a:ext cx="7437542" cy="372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71D69"/>
                </a:solidFill>
                <a:latin typeface="Alexandria"/>
                <a:ea typeface="Alexandria"/>
                <a:cs typeface="Alexandria"/>
                <a:sym typeface="Alexandria"/>
              </a:rPr>
              <a:t>Orientador(a): Nome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05204" y="9117201"/>
            <a:ext cx="823496" cy="986223"/>
          </a:xfrm>
          <a:custGeom>
            <a:avLst/>
            <a:gdLst/>
            <a:ahLst/>
            <a:cxnLst/>
            <a:rect r="r" b="b" t="t" l="l"/>
            <a:pathLst>
              <a:path h="986223" w="823496">
                <a:moveTo>
                  <a:pt x="0" y="0"/>
                </a:moveTo>
                <a:lnTo>
                  <a:pt x="823496" y="0"/>
                </a:lnTo>
                <a:lnTo>
                  <a:pt x="823496" y="986223"/>
                </a:lnTo>
                <a:lnTo>
                  <a:pt x="0" y="9862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54261" y="9184900"/>
            <a:ext cx="965939" cy="965939"/>
          </a:xfrm>
          <a:custGeom>
            <a:avLst/>
            <a:gdLst/>
            <a:ahLst/>
            <a:cxnLst/>
            <a:rect r="r" b="b" t="t" l="l"/>
            <a:pathLst>
              <a:path h="965939" w="965939">
                <a:moveTo>
                  <a:pt x="0" y="0"/>
                </a:moveTo>
                <a:lnTo>
                  <a:pt x="965939" y="0"/>
                </a:lnTo>
                <a:lnTo>
                  <a:pt x="965939" y="965939"/>
                </a:lnTo>
                <a:lnTo>
                  <a:pt x="0" y="9659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700536" y="9156325"/>
            <a:ext cx="4231253" cy="8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b="true" sz="2500">
                <a:solidFill>
                  <a:srgbClr val="DBE3E4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Tucuruí - Pará</a:t>
            </a:r>
          </a:p>
          <a:p>
            <a:pPr algn="r">
              <a:lnSpc>
                <a:spcPts val="3500"/>
              </a:lnSpc>
            </a:pPr>
            <a:r>
              <a:rPr lang="en-US" b="true" sz="2500">
                <a:solidFill>
                  <a:srgbClr val="DBE3E4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ANO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90091" y="23050"/>
            <a:ext cx="2551314" cy="2403277"/>
            <a:chOff x="0" y="0"/>
            <a:chExt cx="812800" cy="7656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65638"/>
            </a:xfrm>
            <a:custGeom>
              <a:avLst/>
              <a:gdLst/>
              <a:ahLst/>
              <a:cxnLst/>
              <a:rect r="r" b="b" t="t" l="l"/>
              <a:pathLst>
                <a:path h="76563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65638"/>
                  </a:lnTo>
                  <a:lnTo>
                    <a:pt x="0" y="765638"/>
                  </a:lnTo>
                  <a:close/>
                </a:path>
              </a:pathLst>
            </a:custGeom>
            <a:blipFill>
              <a:blip r:embed="rId2"/>
              <a:stretch>
                <a:fillRect l="0" t="-3079" r="0" b="-307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213147" y="572991"/>
            <a:ext cx="13751921" cy="70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“Título da Dissertaçãoxxxxxxxxxxxxxxxxxxxxxxxxxxxxxxxxxxxxxxxxxxxxxxxxxxxxxxxxxxxxxxxxxxxxxxxxxx xxxxxxxxxxxxxxxxxxxxxxxxxxxxxxxxxxxxxxxxxxxxxxxxxxxxxxxxxxxxxxxxxxxxxxxxxxxxxxxxxxxxxxxxxxxx”.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322" y="23050"/>
            <a:ext cx="926613" cy="10263950"/>
            <a:chOff x="0" y="0"/>
            <a:chExt cx="244046" cy="27032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046" cy="2703263"/>
            </a:xfrm>
            <a:custGeom>
              <a:avLst/>
              <a:gdLst/>
              <a:ahLst/>
              <a:cxnLst/>
              <a:rect r="r" b="b" t="t" l="l"/>
              <a:pathLst>
                <a:path h="2703263" w="244046">
                  <a:moveTo>
                    <a:pt x="0" y="0"/>
                  </a:moveTo>
                  <a:lnTo>
                    <a:pt x="244046" y="0"/>
                  </a:lnTo>
                  <a:lnTo>
                    <a:pt x="244046" y="2703263"/>
                  </a:lnTo>
                  <a:lnTo>
                    <a:pt x="0" y="2703263"/>
                  </a:lnTo>
                  <a:close/>
                </a:path>
              </a:pathLst>
            </a:custGeom>
            <a:solidFill>
              <a:srgbClr val="303F7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4046" cy="2741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7392485" y="-6077031"/>
            <a:ext cx="1006036" cy="13909135"/>
            <a:chOff x="0" y="0"/>
            <a:chExt cx="264964" cy="36633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4964" cy="3663311"/>
            </a:xfrm>
            <a:custGeom>
              <a:avLst/>
              <a:gdLst/>
              <a:ahLst/>
              <a:cxnLst/>
              <a:rect r="r" b="b" t="t" l="l"/>
              <a:pathLst>
                <a:path h="3663311" w="264964">
                  <a:moveTo>
                    <a:pt x="0" y="0"/>
                  </a:moveTo>
                  <a:lnTo>
                    <a:pt x="264964" y="0"/>
                  </a:lnTo>
                  <a:lnTo>
                    <a:pt x="264964" y="3663311"/>
                  </a:lnTo>
                  <a:lnTo>
                    <a:pt x="0" y="3663311"/>
                  </a:lnTo>
                  <a:close/>
                </a:path>
              </a:pathLst>
            </a:custGeom>
            <a:solidFill>
              <a:srgbClr val="071D69"/>
            </a:solidFill>
            <a:ln w="19050" cap="sq">
              <a:solidFill>
                <a:srgbClr val="B7BFD9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64964" cy="37014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19542" y="502961"/>
            <a:ext cx="13751921" cy="70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“Título da Dissertaçãoxxxxxxxxxxxxxxxxxxxxxxxxxxxxxxxxxxxxxxxxxxxxxxxxxxxxxxxxxxxxxxxxxxxxxxxxxx xxxxxxxxxxxxxxxxxxxxxxxxxxxxxxxxxxxxxxxxxxxxxxxxxxxxxxxxxxxxxxxxxxxxxxxxxxxxxxxxxxxxxxxxxxxx”.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706990" y="3081563"/>
            <a:ext cx="14042167" cy="1047607"/>
            <a:chOff x="0" y="0"/>
            <a:chExt cx="744937" cy="555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4937" cy="55576"/>
            </a:xfrm>
            <a:custGeom>
              <a:avLst/>
              <a:gdLst/>
              <a:ahLst/>
              <a:cxnLst/>
              <a:rect r="r" b="b" t="t" l="l"/>
              <a:pathLst>
                <a:path h="55576" w="744937">
                  <a:moveTo>
                    <a:pt x="0" y="0"/>
                  </a:moveTo>
                  <a:lnTo>
                    <a:pt x="744937" y="0"/>
                  </a:lnTo>
                  <a:lnTo>
                    <a:pt x="744937" y="55576"/>
                  </a:lnTo>
                  <a:lnTo>
                    <a:pt x="0" y="55576"/>
                  </a:lnTo>
                  <a:close/>
                </a:path>
              </a:pathLst>
            </a:custGeom>
            <a:solidFill>
              <a:srgbClr val="303F7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44937" cy="93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-73443" y="8276287"/>
            <a:ext cx="1102143" cy="982013"/>
          </a:xfrm>
          <a:custGeom>
            <a:avLst/>
            <a:gdLst/>
            <a:ahLst/>
            <a:cxnLst/>
            <a:rect r="r" b="b" t="t" l="l"/>
            <a:pathLst>
              <a:path h="982013" w="1102143">
                <a:moveTo>
                  <a:pt x="0" y="0"/>
                </a:moveTo>
                <a:lnTo>
                  <a:pt x="1102143" y="0"/>
                </a:lnTo>
                <a:lnTo>
                  <a:pt x="1102143" y="982013"/>
                </a:lnTo>
                <a:lnTo>
                  <a:pt x="0" y="9820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087" y="9258300"/>
            <a:ext cx="727744" cy="871550"/>
          </a:xfrm>
          <a:custGeom>
            <a:avLst/>
            <a:gdLst/>
            <a:ahLst/>
            <a:cxnLst/>
            <a:rect r="r" b="b" t="t" l="l"/>
            <a:pathLst>
              <a:path h="871550" w="727744">
                <a:moveTo>
                  <a:pt x="0" y="0"/>
                </a:moveTo>
                <a:lnTo>
                  <a:pt x="727744" y="0"/>
                </a:lnTo>
                <a:lnTo>
                  <a:pt x="727744" y="871550"/>
                </a:lnTo>
                <a:lnTo>
                  <a:pt x="0" y="8715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3673322" y="4548270"/>
            <a:ext cx="14075835" cy="1507980"/>
            <a:chOff x="0" y="0"/>
            <a:chExt cx="746723" cy="799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46723" cy="79998"/>
            </a:xfrm>
            <a:custGeom>
              <a:avLst/>
              <a:gdLst/>
              <a:ahLst/>
              <a:cxnLst/>
              <a:rect r="r" b="b" t="t" l="l"/>
              <a:pathLst>
                <a:path h="79998" w="746723">
                  <a:moveTo>
                    <a:pt x="0" y="0"/>
                  </a:moveTo>
                  <a:lnTo>
                    <a:pt x="746723" y="0"/>
                  </a:lnTo>
                  <a:lnTo>
                    <a:pt x="746723" y="79998"/>
                  </a:lnTo>
                  <a:lnTo>
                    <a:pt x="0" y="79998"/>
                  </a:lnTo>
                  <a:close/>
                </a:path>
              </a:pathLst>
            </a:custGeom>
            <a:solidFill>
              <a:srgbClr val="303F7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46723" cy="118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673322" y="6475350"/>
            <a:ext cx="14075835" cy="1507980"/>
            <a:chOff x="0" y="0"/>
            <a:chExt cx="746723" cy="7999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6723" cy="79998"/>
            </a:xfrm>
            <a:custGeom>
              <a:avLst/>
              <a:gdLst/>
              <a:ahLst/>
              <a:cxnLst/>
              <a:rect r="r" b="b" t="t" l="l"/>
              <a:pathLst>
                <a:path h="79998" w="746723">
                  <a:moveTo>
                    <a:pt x="0" y="0"/>
                  </a:moveTo>
                  <a:lnTo>
                    <a:pt x="746723" y="0"/>
                  </a:lnTo>
                  <a:lnTo>
                    <a:pt x="746723" y="79998"/>
                  </a:lnTo>
                  <a:lnTo>
                    <a:pt x="0" y="79998"/>
                  </a:lnTo>
                  <a:close/>
                </a:path>
              </a:pathLst>
            </a:custGeom>
            <a:solidFill>
              <a:srgbClr val="303F7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46723" cy="118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673322" y="8402430"/>
            <a:ext cx="14075835" cy="1507980"/>
            <a:chOff x="0" y="0"/>
            <a:chExt cx="746723" cy="7999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46723" cy="79998"/>
            </a:xfrm>
            <a:custGeom>
              <a:avLst/>
              <a:gdLst/>
              <a:ahLst/>
              <a:cxnLst/>
              <a:rect r="r" b="b" t="t" l="l"/>
              <a:pathLst>
                <a:path h="79998" w="746723">
                  <a:moveTo>
                    <a:pt x="0" y="0"/>
                  </a:moveTo>
                  <a:lnTo>
                    <a:pt x="746723" y="0"/>
                  </a:lnTo>
                  <a:lnTo>
                    <a:pt x="746723" y="79998"/>
                  </a:lnTo>
                  <a:lnTo>
                    <a:pt x="0" y="79998"/>
                  </a:lnTo>
                  <a:close/>
                </a:path>
              </a:pathLst>
            </a:custGeom>
            <a:solidFill>
              <a:srgbClr val="303F7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46723" cy="118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136361" y="4778825"/>
            <a:ext cx="1098110" cy="1098110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3940789" y="3264055"/>
            <a:ext cx="13336945" cy="606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E6EDEA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Ênfase: xxxxxxxxxxxxxxxxxxxxxxxxxxxxxxxxxxxxxxxx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811181" y="4651386"/>
            <a:ext cx="11466553" cy="122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E6EDEA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Projeto de Pesquisa: xxxxxxxxxxxx</a:t>
            </a:r>
          </a:p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E6EDEA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xxxxxxxxxxxxxxxxxxxxxxxxxxxxxxxxxxxxxxxxx.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11181" y="6578466"/>
            <a:ext cx="11346391" cy="122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E6EDEA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Grupo de Pesquisa: xxxxxxxxxxxx</a:t>
            </a:r>
          </a:p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E6EDEA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xxxxxxxxxxxxxxxxxxxxxxxxxxxxxxxxxxxxxxxxx.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11181" y="8526255"/>
            <a:ext cx="11466553" cy="122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E6EDEA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Projeto de Extensão: xxxxxxxxxxxx</a:t>
            </a:r>
          </a:p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E6EDEA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xxxxxxxxxxxxxxxxxxxxxxxxxxxxxxxxxxxxxxxx.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4136361" y="6705905"/>
            <a:ext cx="1098110" cy="1098110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4136361" y="8632985"/>
            <a:ext cx="1098110" cy="1098110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90091" y="23050"/>
            <a:ext cx="2551314" cy="2403277"/>
            <a:chOff x="0" y="0"/>
            <a:chExt cx="812800" cy="7656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65638"/>
            </a:xfrm>
            <a:custGeom>
              <a:avLst/>
              <a:gdLst/>
              <a:ahLst/>
              <a:cxnLst/>
              <a:rect r="r" b="b" t="t" l="l"/>
              <a:pathLst>
                <a:path h="76563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65638"/>
                  </a:lnTo>
                  <a:lnTo>
                    <a:pt x="0" y="765638"/>
                  </a:lnTo>
                  <a:close/>
                </a:path>
              </a:pathLst>
            </a:custGeom>
            <a:blipFill>
              <a:blip r:embed="rId2"/>
              <a:stretch>
                <a:fillRect l="0" t="-3079" r="0" b="-307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38171" y="417125"/>
            <a:ext cx="13751921" cy="70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“Título da Dissertaçãoxxxxxxxxxxxxxxxxxxxxxxxxxxxxxxxxxxxxxxxxxxxxxxxxxxxxxxxxxxxxxxxxxxxxxxxxxx xxxxxxxxxxxxxxxxxxxxxxxxxxxxxxxxxxxxxxxxxxxxxxxxxxxxxxxxxxxxxxxxxxxxxxxxxxxxxxxxxxxxxxxxxxxx”.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809513"/>
            <a:ext cx="11763613" cy="9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spc="-126" b="true">
                <a:solidFill>
                  <a:srgbClr val="071D69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Sumário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9876" y="3304901"/>
            <a:ext cx="835899" cy="631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43"/>
              </a:lnSpc>
            </a:pPr>
            <a:r>
              <a:rPr lang="en-US" b="true" sz="4577">
                <a:solidFill>
                  <a:srgbClr val="6C79A6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9876" y="4333807"/>
            <a:ext cx="835899" cy="631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43"/>
              </a:lnSpc>
            </a:pPr>
            <a:r>
              <a:rPr lang="en-US" b="true" sz="4577">
                <a:solidFill>
                  <a:srgbClr val="6C79A6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9876" y="5362714"/>
            <a:ext cx="835899" cy="631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43"/>
              </a:lnSpc>
            </a:pPr>
            <a:r>
              <a:rPr lang="en-US" b="true" sz="4577">
                <a:solidFill>
                  <a:srgbClr val="6C79A6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9876" y="6391620"/>
            <a:ext cx="835899" cy="631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43"/>
              </a:lnSpc>
            </a:pPr>
            <a:r>
              <a:rPr lang="en-US" b="true" sz="4577">
                <a:solidFill>
                  <a:srgbClr val="6C79A6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423400"/>
            <a:ext cx="835899" cy="631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43"/>
              </a:lnSpc>
            </a:pPr>
            <a:r>
              <a:rPr lang="en-US" b="true" sz="4577">
                <a:solidFill>
                  <a:srgbClr val="6C79A6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05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8455181"/>
            <a:ext cx="817221" cy="631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43"/>
              </a:lnSpc>
            </a:pPr>
            <a:r>
              <a:rPr lang="en-US" b="true" sz="4577">
                <a:solidFill>
                  <a:srgbClr val="6C79A6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06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42224" y="3387971"/>
            <a:ext cx="15249527" cy="43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8"/>
              </a:lnSpc>
            </a:pPr>
            <a:r>
              <a:rPr lang="en-US" b="true" sz="2613" spc="209">
                <a:solidFill>
                  <a:srgbClr val="33335B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INTRODUÇÃO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42224" y="4414951"/>
            <a:ext cx="15249527" cy="43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8"/>
              </a:lnSpc>
            </a:pPr>
            <a:r>
              <a:rPr lang="en-US" b="true" sz="2613" spc="209">
                <a:solidFill>
                  <a:srgbClr val="33335B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CAPÍTULO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42224" y="5441931"/>
            <a:ext cx="15404609" cy="43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8"/>
              </a:lnSpc>
            </a:pPr>
            <a:r>
              <a:rPr lang="en-US" b="true" sz="2613" spc="209">
                <a:solidFill>
                  <a:srgbClr val="33335B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CAPÍTULO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42224" y="6468910"/>
            <a:ext cx="15249527" cy="43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8"/>
              </a:lnSpc>
            </a:pPr>
            <a:r>
              <a:rPr lang="en-US" b="true" sz="2613" spc="209">
                <a:solidFill>
                  <a:srgbClr val="33335B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CAPÍTULO 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11047" y="7506471"/>
            <a:ext cx="15580743" cy="43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8"/>
              </a:lnSpc>
            </a:pPr>
            <a:r>
              <a:rPr lang="en-US" b="true" sz="2613" spc="209">
                <a:solidFill>
                  <a:srgbClr val="33335B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CONCLUSÃO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82393" y="8499436"/>
            <a:ext cx="15609397" cy="43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8"/>
              </a:lnSpc>
            </a:pPr>
            <a:r>
              <a:rPr lang="en-US" b="true" sz="2613" spc="209">
                <a:solidFill>
                  <a:srgbClr val="33335B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REFERÊNCIAS</a:t>
            </a:r>
          </a:p>
        </p:txBody>
      </p:sp>
      <p:grpSp>
        <p:nvGrpSpPr>
          <p:cNvPr name="Group 18" id="18"/>
          <p:cNvGrpSpPr/>
          <p:nvPr/>
        </p:nvGrpSpPr>
        <p:grpSpPr>
          <a:xfrm rot="-5400000">
            <a:off x="6917508" y="-6232897"/>
            <a:ext cx="1006036" cy="13909135"/>
            <a:chOff x="0" y="0"/>
            <a:chExt cx="264964" cy="36633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4964" cy="3663311"/>
            </a:xfrm>
            <a:custGeom>
              <a:avLst/>
              <a:gdLst/>
              <a:ahLst/>
              <a:cxnLst/>
              <a:rect r="r" b="b" t="t" l="l"/>
              <a:pathLst>
                <a:path h="3663311" w="264964">
                  <a:moveTo>
                    <a:pt x="0" y="0"/>
                  </a:moveTo>
                  <a:lnTo>
                    <a:pt x="264964" y="0"/>
                  </a:lnTo>
                  <a:lnTo>
                    <a:pt x="264964" y="3663311"/>
                  </a:lnTo>
                  <a:lnTo>
                    <a:pt x="0" y="3663311"/>
                  </a:lnTo>
                  <a:close/>
                </a:path>
              </a:pathLst>
            </a:custGeom>
            <a:solidFill>
              <a:srgbClr val="071D69"/>
            </a:solidFill>
            <a:ln w="19050" cap="sq">
              <a:solidFill>
                <a:srgbClr val="B7BFD9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64964" cy="37014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44566" y="347095"/>
            <a:ext cx="13751921" cy="70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“Título da Dissertaçãoxxxxxxxxxxxxxxxxxxxxxxxxxxxxxxxxxxxxxxxxxxxxxxxxxxxxxxxxxxxxxxxxxxxxxxxxxx xxxxxxxxxxxxxxxxxxxxxxxxxxxxxxxxxxxxxxxxxxxxxxxxxxxxxxxxxxxxxxxxxxxxxxxxxxxxxxxxxxxxxxxxxxxx”.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0" y="23050"/>
            <a:ext cx="465959" cy="10263950"/>
            <a:chOff x="0" y="0"/>
            <a:chExt cx="122722" cy="270326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2722" cy="2703263"/>
            </a:xfrm>
            <a:custGeom>
              <a:avLst/>
              <a:gdLst/>
              <a:ahLst/>
              <a:cxnLst/>
              <a:rect r="r" b="b" t="t" l="l"/>
              <a:pathLst>
                <a:path h="2703263" w="122722">
                  <a:moveTo>
                    <a:pt x="0" y="0"/>
                  </a:moveTo>
                  <a:lnTo>
                    <a:pt x="122722" y="0"/>
                  </a:lnTo>
                  <a:lnTo>
                    <a:pt x="122722" y="2703263"/>
                  </a:lnTo>
                  <a:lnTo>
                    <a:pt x="0" y="2703263"/>
                  </a:lnTo>
                  <a:close/>
                </a:path>
              </a:pathLst>
            </a:custGeom>
            <a:solidFill>
              <a:srgbClr val="303F7A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22722" cy="2741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5471" y="116260"/>
            <a:ext cx="1434093" cy="1350882"/>
            <a:chOff x="0" y="0"/>
            <a:chExt cx="812800" cy="7656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65638"/>
            </a:xfrm>
            <a:custGeom>
              <a:avLst/>
              <a:gdLst/>
              <a:ahLst/>
              <a:cxnLst/>
              <a:rect r="r" b="b" t="t" l="l"/>
              <a:pathLst>
                <a:path h="76563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65638"/>
                  </a:lnTo>
                  <a:lnTo>
                    <a:pt x="0" y="765638"/>
                  </a:lnTo>
                  <a:close/>
                </a:path>
              </a:pathLst>
            </a:custGeom>
            <a:blipFill>
              <a:blip r:embed="rId2"/>
              <a:stretch>
                <a:fillRect l="0" t="-3079" r="0" b="-307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8111113" y="-6162867"/>
            <a:ext cx="1006036" cy="13909135"/>
            <a:chOff x="0" y="0"/>
            <a:chExt cx="264964" cy="36633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4964" cy="3663311"/>
            </a:xfrm>
            <a:custGeom>
              <a:avLst/>
              <a:gdLst/>
              <a:ahLst/>
              <a:cxnLst/>
              <a:rect r="r" b="b" t="t" l="l"/>
              <a:pathLst>
                <a:path h="3663311" w="264964">
                  <a:moveTo>
                    <a:pt x="0" y="0"/>
                  </a:moveTo>
                  <a:lnTo>
                    <a:pt x="264964" y="0"/>
                  </a:lnTo>
                  <a:lnTo>
                    <a:pt x="264964" y="3663311"/>
                  </a:lnTo>
                  <a:lnTo>
                    <a:pt x="0" y="3663311"/>
                  </a:lnTo>
                  <a:close/>
                </a:path>
              </a:pathLst>
            </a:custGeom>
            <a:solidFill>
              <a:srgbClr val="071D6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64964" cy="37014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38171" y="417125"/>
            <a:ext cx="13751921" cy="70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“Título da Dissertaçãoxxxxxxxxxxxxxxxxxxxxxxxxxxxxxxxxxxxxxxxxxxxxxxxxxxxxxxxxxxxxxxxxxxxxxxxxxx xxxxxxxxxxxxxxxxxxxxxxxxxxxxxxxxxxxxxxxxxxxxxxxxxxxxxxxxxxxxxxxxxxxxxxxxxxxxxxxxxxxxxxxxxxxx”.</a:t>
            </a:r>
          </a:p>
        </p:txBody>
      </p:sp>
      <p:grpSp>
        <p:nvGrpSpPr>
          <p:cNvPr name="Group 8" id="8"/>
          <p:cNvGrpSpPr/>
          <p:nvPr/>
        </p:nvGrpSpPr>
        <p:grpSpPr>
          <a:xfrm rot="-5400000">
            <a:off x="5060724" y="-3136992"/>
            <a:ext cx="136765" cy="9593338"/>
            <a:chOff x="0" y="0"/>
            <a:chExt cx="36020" cy="2526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020" cy="2526640"/>
            </a:xfrm>
            <a:custGeom>
              <a:avLst/>
              <a:gdLst/>
              <a:ahLst/>
              <a:cxnLst/>
              <a:rect r="r" b="b" t="t" l="l"/>
              <a:pathLst>
                <a:path h="2526640" w="36020">
                  <a:moveTo>
                    <a:pt x="0" y="0"/>
                  </a:moveTo>
                  <a:lnTo>
                    <a:pt x="36020" y="0"/>
                  </a:lnTo>
                  <a:lnTo>
                    <a:pt x="36020" y="2526640"/>
                  </a:lnTo>
                  <a:lnTo>
                    <a:pt x="0" y="2526640"/>
                  </a:lnTo>
                  <a:close/>
                </a:path>
              </a:pathLst>
            </a:custGeom>
            <a:solidFill>
              <a:srgbClr val="B7BFD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020" cy="2564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8918784" y="-6914093"/>
            <a:ext cx="177624" cy="17350317"/>
            <a:chOff x="0" y="0"/>
            <a:chExt cx="46782" cy="45696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782" cy="4569631"/>
            </a:xfrm>
            <a:custGeom>
              <a:avLst/>
              <a:gdLst/>
              <a:ahLst/>
              <a:cxnLst/>
              <a:rect r="r" b="b" t="t" l="l"/>
              <a:pathLst>
                <a:path h="4569631" w="46782">
                  <a:moveTo>
                    <a:pt x="0" y="0"/>
                  </a:moveTo>
                  <a:lnTo>
                    <a:pt x="46782" y="0"/>
                  </a:lnTo>
                  <a:lnTo>
                    <a:pt x="46782" y="4569631"/>
                  </a:lnTo>
                  <a:lnTo>
                    <a:pt x="0" y="4569631"/>
                  </a:lnTo>
                  <a:close/>
                </a:path>
              </a:pathLst>
            </a:custGeom>
            <a:gradFill rotWithShape="true">
              <a:gsLst>
                <a:gs pos="0">
                  <a:srgbClr val="153953">
                    <a:alpha val="100000"/>
                  </a:srgbClr>
                </a:gs>
                <a:gs pos="100000">
                  <a:srgbClr val="065D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782" cy="4607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32438" y="1964178"/>
            <a:ext cx="17350317" cy="85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0F599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INTRODUÇÃO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2438" y="3046922"/>
            <a:ext cx="6413562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71D69"/>
                </a:solidFill>
                <a:latin typeface="Alexandria"/>
                <a:ea typeface="Alexandria"/>
                <a:cs typeface="Alexandria"/>
                <a:sym typeface="Alexandria"/>
              </a:rPr>
              <a:t>Título Secundário (se houver)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2438" y="4148647"/>
            <a:ext cx="17350317" cy="480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xxxxxxxxxxxxxxxxxxxxxxxxxxxxxxxxxxxxxxxxxxxxxxxxxxxxxxxxxxxxxxxxxxxxxxxxxxxxxxxxxxxxxxxxxxxxxxxxxxxxxxx.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553557" y="9409504"/>
            <a:ext cx="400906" cy="87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F5F98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5471" y="116260"/>
            <a:ext cx="1434093" cy="1350882"/>
            <a:chOff x="0" y="0"/>
            <a:chExt cx="812800" cy="7656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65638"/>
            </a:xfrm>
            <a:custGeom>
              <a:avLst/>
              <a:gdLst/>
              <a:ahLst/>
              <a:cxnLst/>
              <a:rect r="r" b="b" t="t" l="l"/>
              <a:pathLst>
                <a:path h="76563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65638"/>
                  </a:lnTo>
                  <a:lnTo>
                    <a:pt x="0" y="765638"/>
                  </a:lnTo>
                  <a:close/>
                </a:path>
              </a:pathLst>
            </a:custGeom>
            <a:blipFill>
              <a:blip r:embed="rId2"/>
              <a:stretch>
                <a:fillRect l="0" t="-3079" r="0" b="-307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8111113" y="-6162867"/>
            <a:ext cx="1006036" cy="13909135"/>
            <a:chOff x="0" y="0"/>
            <a:chExt cx="264964" cy="36633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4964" cy="3663311"/>
            </a:xfrm>
            <a:custGeom>
              <a:avLst/>
              <a:gdLst/>
              <a:ahLst/>
              <a:cxnLst/>
              <a:rect r="r" b="b" t="t" l="l"/>
              <a:pathLst>
                <a:path h="3663311" w="264964">
                  <a:moveTo>
                    <a:pt x="0" y="0"/>
                  </a:moveTo>
                  <a:lnTo>
                    <a:pt x="264964" y="0"/>
                  </a:lnTo>
                  <a:lnTo>
                    <a:pt x="264964" y="3663311"/>
                  </a:lnTo>
                  <a:lnTo>
                    <a:pt x="0" y="3663311"/>
                  </a:lnTo>
                  <a:close/>
                </a:path>
              </a:pathLst>
            </a:custGeom>
            <a:solidFill>
              <a:srgbClr val="071D6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64964" cy="37014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5060724" y="-3136992"/>
            <a:ext cx="136765" cy="9593338"/>
            <a:chOff x="0" y="0"/>
            <a:chExt cx="36020" cy="2526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020" cy="2526640"/>
            </a:xfrm>
            <a:custGeom>
              <a:avLst/>
              <a:gdLst/>
              <a:ahLst/>
              <a:cxnLst/>
              <a:rect r="r" b="b" t="t" l="l"/>
              <a:pathLst>
                <a:path h="2526640" w="36020">
                  <a:moveTo>
                    <a:pt x="0" y="0"/>
                  </a:moveTo>
                  <a:lnTo>
                    <a:pt x="36020" y="0"/>
                  </a:lnTo>
                  <a:lnTo>
                    <a:pt x="36020" y="2526640"/>
                  </a:lnTo>
                  <a:lnTo>
                    <a:pt x="0" y="2526640"/>
                  </a:lnTo>
                  <a:close/>
                </a:path>
              </a:pathLst>
            </a:custGeom>
            <a:solidFill>
              <a:srgbClr val="B7BF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6020" cy="2564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5400000">
            <a:off x="8918784" y="-6914093"/>
            <a:ext cx="177624" cy="17350317"/>
            <a:chOff x="0" y="0"/>
            <a:chExt cx="46782" cy="45696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782" cy="4569631"/>
            </a:xfrm>
            <a:custGeom>
              <a:avLst/>
              <a:gdLst/>
              <a:ahLst/>
              <a:cxnLst/>
              <a:rect r="r" b="b" t="t" l="l"/>
              <a:pathLst>
                <a:path h="4569631" w="46782">
                  <a:moveTo>
                    <a:pt x="0" y="0"/>
                  </a:moveTo>
                  <a:lnTo>
                    <a:pt x="46782" y="0"/>
                  </a:lnTo>
                  <a:lnTo>
                    <a:pt x="46782" y="4569631"/>
                  </a:lnTo>
                  <a:lnTo>
                    <a:pt x="0" y="4569631"/>
                  </a:lnTo>
                  <a:close/>
                </a:path>
              </a:pathLst>
            </a:custGeom>
            <a:gradFill rotWithShape="true">
              <a:gsLst>
                <a:gs pos="0">
                  <a:srgbClr val="153953">
                    <a:alpha val="100000"/>
                  </a:srgbClr>
                </a:gs>
                <a:gs pos="100000">
                  <a:srgbClr val="065D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6782" cy="4607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393517" y="3760481"/>
            <a:ext cx="5865783" cy="5254053"/>
            <a:chOff x="0" y="0"/>
            <a:chExt cx="986403" cy="8835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86403" cy="883533"/>
            </a:xfrm>
            <a:custGeom>
              <a:avLst/>
              <a:gdLst/>
              <a:ahLst/>
              <a:cxnLst/>
              <a:rect r="r" b="b" t="t" l="l"/>
              <a:pathLst>
                <a:path h="883533" w="986403">
                  <a:moveTo>
                    <a:pt x="0" y="0"/>
                  </a:moveTo>
                  <a:lnTo>
                    <a:pt x="986403" y="0"/>
                  </a:lnTo>
                  <a:lnTo>
                    <a:pt x="986403" y="883533"/>
                  </a:lnTo>
                  <a:lnTo>
                    <a:pt x="0" y="8835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738171" y="417125"/>
            <a:ext cx="13751921" cy="70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“Título da Dissertaçãoxxxxxxxxxxxxxxxxxxxxxxxxxxxxxxxxxxxxxxxxxxxxxxxxxxxxxxxxxxxxxxxxxxxxxxxxxx xxxxxxxxxxxxxxxxxxxxxxxxxxxxxxxxxxxxxxxxxxxxxxxxxxxxxxxxxxxxxxxxxxxxxxxxxxxxxxxxxxxxxxxxxxxx”.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2438" y="1964178"/>
            <a:ext cx="17350317" cy="85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0F599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CAPÍTULO 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2438" y="3046922"/>
            <a:ext cx="17350317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71D69"/>
                </a:solidFill>
                <a:latin typeface="Alexandria"/>
                <a:ea typeface="Alexandria"/>
                <a:cs typeface="Alexandria"/>
                <a:sym typeface="Alexandria"/>
              </a:rPr>
              <a:t>Título Secundário (se houver)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2438" y="4016821"/>
            <a:ext cx="8811562" cy="5241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xxxxxxxxxxxxxxxxxxxxxxxxxxxxxxxxxxxxxxxxxxxxxxxxxxxxxxxxxxxxxxxxxxxxxxxxxxxxxxxxxxxxxxxxxxxxxxxxxxxxxxx.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93517" y="9140028"/>
            <a:ext cx="5865783" cy="42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71D69"/>
                </a:solidFill>
                <a:latin typeface="Alexandria"/>
                <a:ea typeface="Alexandria"/>
                <a:cs typeface="Alexandria"/>
                <a:sym typeface="Alexandria"/>
              </a:rPr>
              <a:t>Figura X: Título da Figura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547604" y="9409504"/>
            <a:ext cx="412812" cy="87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F5F98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5471" y="116260"/>
            <a:ext cx="1434093" cy="1350882"/>
            <a:chOff x="0" y="0"/>
            <a:chExt cx="812800" cy="7656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65638"/>
            </a:xfrm>
            <a:custGeom>
              <a:avLst/>
              <a:gdLst/>
              <a:ahLst/>
              <a:cxnLst/>
              <a:rect r="r" b="b" t="t" l="l"/>
              <a:pathLst>
                <a:path h="76563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65638"/>
                  </a:lnTo>
                  <a:lnTo>
                    <a:pt x="0" y="765638"/>
                  </a:lnTo>
                  <a:close/>
                </a:path>
              </a:pathLst>
            </a:custGeom>
            <a:blipFill>
              <a:blip r:embed="rId2"/>
              <a:stretch>
                <a:fillRect l="0" t="-3079" r="0" b="-307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8111113" y="-6162867"/>
            <a:ext cx="1006036" cy="13909135"/>
            <a:chOff x="0" y="0"/>
            <a:chExt cx="264964" cy="36633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4964" cy="3663311"/>
            </a:xfrm>
            <a:custGeom>
              <a:avLst/>
              <a:gdLst/>
              <a:ahLst/>
              <a:cxnLst/>
              <a:rect r="r" b="b" t="t" l="l"/>
              <a:pathLst>
                <a:path h="3663311" w="264964">
                  <a:moveTo>
                    <a:pt x="0" y="0"/>
                  </a:moveTo>
                  <a:lnTo>
                    <a:pt x="264964" y="0"/>
                  </a:lnTo>
                  <a:lnTo>
                    <a:pt x="264964" y="3663311"/>
                  </a:lnTo>
                  <a:lnTo>
                    <a:pt x="0" y="3663311"/>
                  </a:lnTo>
                  <a:close/>
                </a:path>
              </a:pathLst>
            </a:custGeom>
            <a:solidFill>
              <a:srgbClr val="071D6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64964" cy="37014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38171" y="417125"/>
            <a:ext cx="13751921" cy="70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“Título da Dissertaçãoxxxxxxxxxxxxxxxxxxxxxxxxxxxxxxxxxxxxxxxxxxxxxxxxxxxxxxxxxxxxxxxxxxxxxxxxxx xxxxxxxxxxxxxxxxxxxxxxxxxxxxxxxxxxxxxxxxxxxxxxxxxxxxxxxxxxxxxxxxxxxxxxxxxxxxxxxxxxxxxxxxxxxx”.</a:t>
            </a:r>
          </a:p>
        </p:txBody>
      </p:sp>
      <p:grpSp>
        <p:nvGrpSpPr>
          <p:cNvPr name="Group 8" id="8"/>
          <p:cNvGrpSpPr/>
          <p:nvPr/>
        </p:nvGrpSpPr>
        <p:grpSpPr>
          <a:xfrm rot="-5400000">
            <a:off x="5060724" y="-3136992"/>
            <a:ext cx="136765" cy="9593338"/>
            <a:chOff x="0" y="0"/>
            <a:chExt cx="36020" cy="2526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020" cy="2526640"/>
            </a:xfrm>
            <a:custGeom>
              <a:avLst/>
              <a:gdLst/>
              <a:ahLst/>
              <a:cxnLst/>
              <a:rect r="r" b="b" t="t" l="l"/>
              <a:pathLst>
                <a:path h="2526640" w="36020">
                  <a:moveTo>
                    <a:pt x="0" y="0"/>
                  </a:moveTo>
                  <a:lnTo>
                    <a:pt x="36020" y="0"/>
                  </a:lnTo>
                  <a:lnTo>
                    <a:pt x="36020" y="2526640"/>
                  </a:lnTo>
                  <a:lnTo>
                    <a:pt x="0" y="2526640"/>
                  </a:lnTo>
                  <a:close/>
                </a:path>
              </a:pathLst>
            </a:custGeom>
            <a:solidFill>
              <a:srgbClr val="B7BFD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020" cy="2564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8918784" y="-6914093"/>
            <a:ext cx="177624" cy="17350317"/>
            <a:chOff x="0" y="0"/>
            <a:chExt cx="46782" cy="45696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782" cy="4569631"/>
            </a:xfrm>
            <a:custGeom>
              <a:avLst/>
              <a:gdLst/>
              <a:ahLst/>
              <a:cxnLst/>
              <a:rect r="r" b="b" t="t" l="l"/>
              <a:pathLst>
                <a:path h="4569631" w="46782">
                  <a:moveTo>
                    <a:pt x="0" y="0"/>
                  </a:moveTo>
                  <a:lnTo>
                    <a:pt x="46782" y="0"/>
                  </a:lnTo>
                  <a:lnTo>
                    <a:pt x="46782" y="4569631"/>
                  </a:lnTo>
                  <a:lnTo>
                    <a:pt x="0" y="4569631"/>
                  </a:lnTo>
                  <a:close/>
                </a:path>
              </a:pathLst>
            </a:custGeom>
            <a:gradFill rotWithShape="true">
              <a:gsLst>
                <a:gs pos="0">
                  <a:srgbClr val="153953">
                    <a:alpha val="100000"/>
                  </a:srgbClr>
                </a:gs>
                <a:gs pos="100000">
                  <a:srgbClr val="065D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782" cy="4607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32438" y="1964178"/>
            <a:ext cx="17213492" cy="85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0F599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CAPÍTULO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2438" y="3046922"/>
            <a:ext cx="17350317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71D69"/>
                </a:solidFill>
                <a:latin typeface="Alexandria"/>
                <a:ea typeface="Alexandria"/>
                <a:cs typeface="Alexandria"/>
                <a:sym typeface="Alexandria"/>
              </a:rPr>
              <a:t>Título Secundário (se houver)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2438" y="4148647"/>
            <a:ext cx="17350317" cy="5241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xxxxxxxxxxxxxxxxxxxxxxxxxxxxxxxxxxxxxxxxxxxxxxxxxxxxxxxxxxxxxxxxxxxxxxxxxxxxxxxxxxxxxxxxxxxxxxxxxxx;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xxxxxxxxxxxxxxxxxxxxxxxxxxxxxxxxxxxxxxxxxxxxxxxxxxxxxxxxxxxxxxxxx;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xxxxxxxxxxxxxxxxxxxxxxxxxxxxxxxxxxxxxxxxxxxxxxxxxxxxxxxxxxxxxxxxxxxxxxxxxxxxxxxxxx.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545929" y="9409504"/>
            <a:ext cx="416161" cy="87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F5F98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5471" y="116260"/>
            <a:ext cx="1434093" cy="1350882"/>
            <a:chOff x="0" y="0"/>
            <a:chExt cx="812800" cy="7656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65638"/>
            </a:xfrm>
            <a:custGeom>
              <a:avLst/>
              <a:gdLst/>
              <a:ahLst/>
              <a:cxnLst/>
              <a:rect r="r" b="b" t="t" l="l"/>
              <a:pathLst>
                <a:path h="76563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65638"/>
                  </a:lnTo>
                  <a:lnTo>
                    <a:pt x="0" y="765638"/>
                  </a:lnTo>
                  <a:close/>
                </a:path>
              </a:pathLst>
            </a:custGeom>
            <a:blipFill>
              <a:blip r:embed="rId2"/>
              <a:stretch>
                <a:fillRect l="0" t="-3079" r="0" b="-307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8111113" y="-6162867"/>
            <a:ext cx="1006036" cy="13909135"/>
            <a:chOff x="0" y="0"/>
            <a:chExt cx="264964" cy="36633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4964" cy="3663311"/>
            </a:xfrm>
            <a:custGeom>
              <a:avLst/>
              <a:gdLst/>
              <a:ahLst/>
              <a:cxnLst/>
              <a:rect r="r" b="b" t="t" l="l"/>
              <a:pathLst>
                <a:path h="3663311" w="264964">
                  <a:moveTo>
                    <a:pt x="0" y="0"/>
                  </a:moveTo>
                  <a:lnTo>
                    <a:pt x="264964" y="0"/>
                  </a:lnTo>
                  <a:lnTo>
                    <a:pt x="264964" y="3663311"/>
                  </a:lnTo>
                  <a:lnTo>
                    <a:pt x="0" y="3663311"/>
                  </a:lnTo>
                  <a:close/>
                </a:path>
              </a:pathLst>
            </a:custGeom>
            <a:solidFill>
              <a:srgbClr val="071D6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64964" cy="37014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38171" y="417125"/>
            <a:ext cx="13751921" cy="70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“Título da Dissertaçãoxxxxxxxxxxxxxxxxxxxxxxxxxxxxxxxxxxxxxxxxxxxxxxxxxxxxxxxxxxxxxxxxxxxxxxxxxx xxxxxxxxxxxxxxxxxxxxxxxxxxxxxxxxxxxxxxxxxxxxxxxxxxxxxxxxxxxxxxxxxxxxxxxxxxxxxxxxxxxxxxxxxxxx”.</a:t>
            </a:r>
          </a:p>
        </p:txBody>
      </p:sp>
      <p:grpSp>
        <p:nvGrpSpPr>
          <p:cNvPr name="Group 8" id="8"/>
          <p:cNvGrpSpPr/>
          <p:nvPr/>
        </p:nvGrpSpPr>
        <p:grpSpPr>
          <a:xfrm rot="-5400000">
            <a:off x="5060724" y="-3136992"/>
            <a:ext cx="136765" cy="9593338"/>
            <a:chOff x="0" y="0"/>
            <a:chExt cx="36020" cy="2526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020" cy="2526640"/>
            </a:xfrm>
            <a:custGeom>
              <a:avLst/>
              <a:gdLst/>
              <a:ahLst/>
              <a:cxnLst/>
              <a:rect r="r" b="b" t="t" l="l"/>
              <a:pathLst>
                <a:path h="2526640" w="36020">
                  <a:moveTo>
                    <a:pt x="0" y="0"/>
                  </a:moveTo>
                  <a:lnTo>
                    <a:pt x="36020" y="0"/>
                  </a:lnTo>
                  <a:lnTo>
                    <a:pt x="36020" y="2526640"/>
                  </a:lnTo>
                  <a:lnTo>
                    <a:pt x="0" y="2526640"/>
                  </a:lnTo>
                  <a:close/>
                </a:path>
              </a:pathLst>
            </a:custGeom>
            <a:solidFill>
              <a:srgbClr val="B7BFD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020" cy="2564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8918784" y="-6914093"/>
            <a:ext cx="177624" cy="17350317"/>
            <a:chOff x="0" y="0"/>
            <a:chExt cx="46782" cy="45696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782" cy="4569631"/>
            </a:xfrm>
            <a:custGeom>
              <a:avLst/>
              <a:gdLst/>
              <a:ahLst/>
              <a:cxnLst/>
              <a:rect r="r" b="b" t="t" l="l"/>
              <a:pathLst>
                <a:path h="4569631" w="46782">
                  <a:moveTo>
                    <a:pt x="0" y="0"/>
                  </a:moveTo>
                  <a:lnTo>
                    <a:pt x="46782" y="0"/>
                  </a:lnTo>
                  <a:lnTo>
                    <a:pt x="46782" y="4569631"/>
                  </a:lnTo>
                  <a:lnTo>
                    <a:pt x="0" y="4569631"/>
                  </a:lnTo>
                  <a:close/>
                </a:path>
              </a:pathLst>
            </a:custGeom>
            <a:gradFill rotWithShape="true">
              <a:gsLst>
                <a:gs pos="0">
                  <a:srgbClr val="153953">
                    <a:alpha val="100000"/>
                  </a:srgbClr>
                </a:gs>
                <a:gs pos="100000">
                  <a:srgbClr val="065D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782" cy="4607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32438" y="1964178"/>
            <a:ext cx="17227072" cy="85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0F599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CAPÍTULO 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2438" y="3046922"/>
            <a:ext cx="17350317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71D69"/>
                </a:solidFill>
                <a:latin typeface="Alexandria"/>
                <a:ea typeface="Alexandria"/>
                <a:cs typeface="Alexandria"/>
                <a:sym typeface="Alexandria"/>
              </a:rPr>
              <a:t>Título Secundário (se houver)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2438" y="4148647"/>
            <a:ext cx="17350317" cy="480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xxxxxxxxxxxxxxxxxxxxxxxxxxxxxxxxxxxxxxxxxxxxxxxxxxxxxxxxxxxxxxxxxxxxxxxxxxxxxxxxxxxxxxxxxxxxxxxxxxxxxxx.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559510" y="9409504"/>
            <a:ext cx="389000" cy="87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F5F98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5471" y="116260"/>
            <a:ext cx="1434093" cy="1350882"/>
            <a:chOff x="0" y="0"/>
            <a:chExt cx="812800" cy="7656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65638"/>
            </a:xfrm>
            <a:custGeom>
              <a:avLst/>
              <a:gdLst/>
              <a:ahLst/>
              <a:cxnLst/>
              <a:rect r="r" b="b" t="t" l="l"/>
              <a:pathLst>
                <a:path h="76563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65638"/>
                  </a:lnTo>
                  <a:lnTo>
                    <a:pt x="0" y="765638"/>
                  </a:lnTo>
                  <a:close/>
                </a:path>
              </a:pathLst>
            </a:custGeom>
            <a:blipFill>
              <a:blip r:embed="rId2"/>
              <a:stretch>
                <a:fillRect l="0" t="-3079" r="0" b="-307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8111113" y="-6162867"/>
            <a:ext cx="1006036" cy="13909135"/>
            <a:chOff x="0" y="0"/>
            <a:chExt cx="264964" cy="36633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4964" cy="3663311"/>
            </a:xfrm>
            <a:custGeom>
              <a:avLst/>
              <a:gdLst/>
              <a:ahLst/>
              <a:cxnLst/>
              <a:rect r="r" b="b" t="t" l="l"/>
              <a:pathLst>
                <a:path h="3663311" w="264964">
                  <a:moveTo>
                    <a:pt x="0" y="0"/>
                  </a:moveTo>
                  <a:lnTo>
                    <a:pt x="264964" y="0"/>
                  </a:lnTo>
                  <a:lnTo>
                    <a:pt x="264964" y="3663311"/>
                  </a:lnTo>
                  <a:lnTo>
                    <a:pt x="0" y="3663311"/>
                  </a:lnTo>
                  <a:close/>
                </a:path>
              </a:pathLst>
            </a:custGeom>
            <a:solidFill>
              <a:srgbClr val="071D6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64964" cy="37014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38171" y="417125"/>
            <a:ext cx="13751921" cy="70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“Título da Dissertaçãoxxxxxxxxxxxxxxxxxxxxxxxxxxxxxxxxxxxxxxxxxxxxxxxxxxxxxxxxxxxxxxxxxxxxxxxxxx xxxxxxxxxxxxxxxxxxxxxxxxxxxxxxxxxxxxxxxxxxxxxxxxxxxxxxxxxxxxxxxxxxxxxxxxxxxxxxxxxxxxxxxxxxxx”.</a:t>
            </a:r>
          </a:p>
        </p:txBody>
      </p:sp>
      <p:grpSp>
        <p:nvGrpSpPr>
          <p:cNvPr name="Group 8" id="8"/>
          <p:cNvGrpSpPr/>
          <p:nvPr/>
        </p:nvGrpSpPr>
        <p:grpSpPr>
          <a:xfrm rot="-5400000">
            <a:off x="5060724" y="-3136992"/>
            <a:ext cx="136765" cy="9593338"/>
            <a:chOff x="0" y="0"/>
            <a:chExt cx="36020" cy="2526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020" cy="2526640"/>
            </a:xfrm>
            <a:custGeom>
              <a:avLst/>
              <a:gdLst/>
              <a:ahLst/>
              <a:cxnLst/>
              <a:rect r="r" b="b" t="t" l="l"/>
              <a:pathLst>
                <a:path h="2526640" w="36020">
                  <a:moveTo>
                    <a:pt x="0" y="0"/>
                  </a:moveTo>
                  <a:lnTo>
                    <a:pt x="36020" y="0"/>
                  </a:lnTo>
                  <a:lnTo>
                    <a:pt x="36020" y="2526640"/>
                  </a:lnTo>
                  <a:lnTo>
                    <a:pt x="0" y="2526640"/>
                  </a:lnTo>
                  <a:close/>
                </a:path>
              </a:pathLst>
            </a:custGeom>
            <a:solidFill>
              <a:srgbClr val="B7BFD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020" cy="2564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8918784" y="-6914093"/>
            <a:ext cx="177624" cy="17350317"/>
            <a:chOff x="0" y="0"/>
            <a:chExt cx="46782" cy="45696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782" cy="4569631"/>
            </a:xfrm>
            <a:custGeom>
              <a:avLst/>
              <a:gdLst/>
              <a:ahLst/>
              <a:cxnLst/>
              <a:rect r="r" b="b" t="t" l="l"/>
              <a:pathLst>
                <a:path h="4569631" w="46782">
                  <a:moveTo>
                    <a:pt x="0" y="0"/>
                  </a:moveTo>
                  <a:lnTo>
                    <a:pt x="46782" y="0"/>
                  </a:lnTo>
                  <a:lnTo>
                    <a:pt x="46782" y="4569631"/>
                  </a:lnTo>
                  <a:lnTo>
                    <a:pt x="0" y="4569631"/>
                  </a:lnTo>
                  <a:close/>
                </a:path>
              </a:pathLst>
            </a:custGeom>
            <a:gradFill rotWithShape="true">
              <a:gsLst>
                <a:gs pos="0">
                  <a:srgbClr val="153953">
                    <a:alpha val="100000"/>
                  </a:srgbClr>
                </a:gs>
                <a:gs pos="100000">
                  <a:srgbClr val="065D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782" cy="4607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32438" y="1964178"/>
            <a:ext cx="17421572" cy="85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0F599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CONCLUSÃO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2438" y="3151697"/>
            <a:ext cx="17350317" cy="567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xxxxxxxxxxxxxxxxxxxxxxxxxxxxxxxxxxxxxxxxxxxxxxxxxxxxxxxxxxxxxxxxxxxxxxxxxxxxxxxxxxxxxxxxxxxxxxxxxxxxxxx.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545650" y="9409504"/>
            <a:ext cx="416719" cy="87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F5F98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5471" y="116260"/>
            <a:ext cx="1434093" cy="1350882"/>
            <a:chOff x="0" y="0"/>
            <a:chExt cx="812800" cy="7656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65638"/>
            </a:xfrm>
            <a:custGeom>
              <a:avLst/>
              <a:gdLst/>
              <a:ahLst/>
              <a:cxnLst/>
              <a:rect r="r" b="b" t="t" l="l"/>
              <a:pathLst>
                <a:path h="76563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65638"/>
                  </a:lnTo>
                  <a:lnTo>
                    <a:pt x="0" y="765638"/>
                  </a:lnTo>
                  <a:close/>
                </a:path>
              </a:pathLst>
            </a:custGeom>
            <a:blipFill>
              <a:blip r:embed="rId2"/>
              <a:stretch>
                <a:fillRect l="0" t="-3079" r="0" b="-307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8111113" y="-6162867"/>
            <a:ext cx="1006036" cy="13909135"/>
            <a:chOff x="0" y="0"/>
            <a:chExt cx="264964" cy="36633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4964" cy="3663311"/>
            </a:xfrm>
            <a:custGeom>
              <a:avLst/>
              <a:gdLst/>
              <a:ahLst/>
              <a:cxnLst/>
              <a:rect r="r" b="b" t="t" l="l"/>
              <a:pathLst>
                <a:path h="3663311" w="264964">
                  <a:moveTo>
                    <a:pt x="0" y="0"/>
                  </a:moveTo>
                  <a:lnTo>
                    <a:pt x="264964" y="0"/>
                  </a:lnTo>
                  <a:lnTo>
                    <a:pt x="264964" y="3663311"/>
                  </a:lnTo>
                  <a:lnTo>
                    <a:pt x="0" y="3663311"/>
                  </a:lnTo>
                  <a:close/>
                </a:path>
              </a:pathLst>
            </a:custGeom>
            <a:solidFill>
              <a:srgbClr val="071D6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64964" cy="37014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38171" y="417125"/>
            <a:ext cx="13751921" cy="70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“Título da Dissertaçãoxxxxxxxxxxxxxxxxxxxxxxxxxxxxxxxxxxxxxxxxxxxxxxxxxxxxxxxxxxxxxxxxxxxxxxxxxx xxxxxxxxxxxxxxxxxxxxxxxxxxxxxxxxxxxxxxxxxxxxxxxxxxxxxxxxxxxxxxxxxxxxxxxxxxxxxxxxxxxxxxxxxxxx”.</a:t>
            </a:r>
          </a:p>
        </p:txBody>
      </p:sp>
      <p:grpSp>
        <p:nvGrpSpPr>
          <p:cNvPr name="Group 8" id="8"/>
          <p:cNvGrpSpPr/>
          <p:nvPr/>
        </p:nvGrpSpPr>
        <p:grpSpPr>
          <a:xfrm rot="-5400000">
            <a:off x="5060724" y="-3136992"/>
            <a:ext cx="136765" cy="9593338"/>
            <a:chOff x="0" y="0"/>
            <a:chExt cx="36020" cy="2526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020" cy="2526640"/>
            </a:xfrm>
            <a:custGeom>
              <a:avLst/>
              <a:gdLst/>
              <a:ahLst/>
              <a:cxnLst/>
              <a:rect r="r" b="b" t="t" l="l"/>
              <a:pathLst>
                <a:path h="2526640" w="36020">
                  <a:moveTo>
                    <a:pt x="0" y="0"/>
                  </a:moveTo>
                  <a:lnTo>
                    <a:pt x="36020" y="0"/>
                  </a:lnTo>
                  <a:lnTo>
                    <a:pt x="36020" y="2526640"/>
                  </a:lnTo>
                  <a:lnTo>
                    <a:pt x="0" y="2526640"/>
                  </a:lnTo>
                  <a:close/>
                </a:path>
              </a:pathLst>
            </a:custGeom>
            <a:solidFill>
              <a:srgbClr val="B7BFD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020" cy="2564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8918784" y="-6914093"/>
            <a:ext cx="177624" cy="17350317"/>
            <a:chOff x="0" y="0"/>
            <a:chExt cx="46782" cy="45696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782" cy="4569631"/>
            </a:xfrm>
            <a:custGeom>
              <a:avLst/>
              <a:gdLst/>
              <a:ahLst/>
              <a:cxnLst/>
              <a:rect r="r" b="b" t="t" l="l"/>
              <a:pathLst>
                <a:path h="4569631" w="46782">
                  <a:moveTo>
                    <a:pt x="0" y="0"/>
                  </a:moveTo>
                  <a:lnTo>
                    <a:pt x="46782" y="0"/>
                  </a:lnTo>
                  <a:lnTo>
                    <a:pt x="46782" y="4569631"/>
                  </a:lnTo>
                  <a:lnTo>
                    <a:pt x="0" y="4569631"/>
                  </a:lnTo>
                  <a:close/>
                </a:path>
              </a:pathLst>
            </a:custGeom>
            <a:gradFill rotWithShape="true">
              <a:gsLst>
                <a:gs pos="0">
                  <a:srgbClr val="153953">
                    <a:alpha val="100000"/>
                  </a:srgbClr>
                </a:gs>
                <a:gs pos="100000">
                  <a:srgbClr val="065D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782" cy="4607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32438" y="1964178"/>
            <a:ext cx="17350317" cy="85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0F599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REFERÊNCIAS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2438" y="3151697"/>
            <a:ext cx="17350317" cy="6117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xxxxxxxxxxxxxxxxxxxxxxxxxxxxxxxxxxxxxxxxxxxxxxxxxxxxxxxxxxxxxxxxxxxxxx.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xxxxxxxxxxxxxxxxxxxxxxxxxxxxxxxxxxxxxxxxxxxxxxxxxxxxxxxxxxxxxxxxxxxxxxxxxxxxxxxxxxxxxxxxxxxxxxxxxxx.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546301" y="9409504"/>
            <a:ext cx="415417" cy="87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F5F98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188763" cy="10223591"/>
          </a:xfrm>
          <a:custGeom>
            <a:avLst/>
            <a:gdLst/>
            <a:ahLst/>
            <a:cxnLst/>
            <a:rect r="r" b="b" t="t" l="l"/>
            <a:pathLst>
              <a:path h="10223591" w="18188763">
                <a:moveTo>
                  <a:pt x="0" y="0"/>
                </a:moveTo>
                <a:lnTo>
                  <a:pt x="18188763" y="0"/>
                </a:lnTo>
                <a:lnTo>
                  <a:pt x="18188763" y="10223591"/>
                </a:lnTo>
                <a:lnTo>
                  <a:pt x="0" y="102235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317209" y="2863944"/>
            <a:ext cx="4145518" cy="414551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60869" y="3636221"/>
            <a:ext cx="10773962" cy="178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b="true" sz="3399">
                <a:solidFill>
                  <a:srgbClr val="F2F2F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“Título da Dissertaçãoxxxxxxxxxxxxxxxxxxxxxx</a:t>
            </a:r>
          </a:p>
          <a:p>
            <a:pPr algn="just">
              <a:lnSpc>
                <a:spcPts val="4759"/>
              </a:lnSpc>
            </a:pPr>
            <a:r>
              <a:rPr lang="en-US" b="true" sz="3399">
                <a:solidFill>
                  <a:srgbClr val="F2F2F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xxxxxxxxxxxxxxxxxxxxxxxxxxxxxxxxxxxxxxxxx</a:t>
            </a:r>
          </a:p>
          <a:p>
            <a:pPr algn="just">
              <a:lnSpc>
                <a:spcPts val="4759"/>
              </a:lnSpc>
            </a:pPr>
            <a:r>
              <a:rPr lang="en-US" b="true" sz="3399">
                <a:solidFill>
                  <a:srgbClr val="F2F2F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xxxxxxxxxxxxxxxxxxxxxxxxxxxxxxxxxxxxxxxxx”.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6218" y="1029741"/>
            <a:ext cx="9951257" cy="220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0"/>
              </a:lnSpc>
            </a:pPr>
            <a:r>
              <a:rPr lang="en-US" sz="9000" spc="-189">
                <a:solidFill>
                  <a:srgbClr val="071D69"/>
                </a:solidFill>
                <a:latin typeface="Alexandria"/>
                <a:ea typeface="Alexandria"/>
                <a:cs typeface="Alexandria"/>
                <a:sym typeface="Alexandria"/>
              </a:rPr>
              <a:t>Xª </a:t>
            </a:r>
            <a:r>
              <a:rPr lang="en-US" sz="9000" spc="-189">
                <a:solidFill>
                  <a:srgbClr val="071D69"/>
                </a:solidFill>
                <a:latin typeface="Alexandria"/>
                <a:ea typeface="Alexandria"/>
                <a:cs typeface="Alexandria"/>
                <a:sym typeface="Alexandria"/>
              </a:rPr>
              <a:t>Defesa de</a:t>
            </a:r>
            <a:r>
              <a:rPr lang="en-US" b="true" sz="9000" spc="-189">
                <a:solidFill>
                  <a:srgbClr val="071D69"/>
                </a:solidFill>
                <a:latin typeface="Alexandria Heavy"/>
                <a:ea typeface="Alexandria Heavy"/>
                <a:cs typeface="Alexandria Heavy"/>
                <a:sym typeface="Alexandria Heavy"/>
              </a:rPr>
              <a:t> Dissertação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59307" y="6162265"/>
            <a:ext cx="1655463" cy="165546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63681" y="0"/>
                  </a:moveTo>
                  <a:lnTo>
                    <a:pt x="649119" y="0"/>
                  </a:lnTo>
                  <a:cubicBezTo>
                    <a:pt x="739518" y="0"/>
                    <a:pt x="812800" y="73282"/>
                    <a:pt x="812800" y="163681"/>
                  </a:cubicBezTo>
                  <a:lnTo>
                    <a:pt x="812800" y="649119"/>
                  </a:lnTo>
                  <a:cubicBezTo>
                    <a:pt x="812800" y="739518"/>
                    <a:pt x="739518" y="812800"/>
                    <a:pt x="649119" y="812800"/>
                  </a:cubicBezTo>
                  <a:lnTo>
                    <a:pt x="163681" y="812800"/>
                  </a:lnTo>
                  <a:cubicBezTo>
                    <a:pt x="73282" y="812800"/>
                    <a:pt x="0" y="739518"/>
                    <a:pt x="0" y="649119"/>
                  </a:cubicBezTo>
                  <a:lnTo>
                    <a:pt x="0" y="163681"/>
                  </a:lnTo>
                  <a:cubicBezTo>
                    <a:pt x="0" y="73282"/>
                    <a:pt x="73282" y="0"/>
                    <a:pt x="16368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2220200" y="6258944"/>
            <a:ext cx="3902249" cy="41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71D69"/>
                </a:solidFill>
                <a:latin typeface="Alexandria"/>
                <a:ea typeface="Alexandria"/>
                <a:cs typeface="Alexandria"/>
                <a:sym typeface="Alexandria"/>
              </a:rPr>
              <a:t>Orientando(a):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20200" y="6657167"/>
            <a:ext cx="7311818" cy="471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0F599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Nome Completo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9307" y="8069242"/>
            <a:ext cx="7437542" cy="372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71D69"/>
                </a:solidFill>
                <a:latin typeface="Alexandria"/>
                <a:ea typeface="Alexandria"/>
                <a:cs typeface="Alexandria"/>
                <a:sym typeface="Alexandria"/>
              </a:rPr>
              <a:t>Orientador(a): Nome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05204" y="9117201"/>
            <a:ext cx="823496" cy="986223"/>
          </a:xfrm>
          <a:custGeom>
            <a:avLst/>
            <a:gdLst/>
            <a:ahLst/>
            <a:cxnLst/>
            <a:rect r="r" b="b" t="t" l="l"/>
            <a:pathLst>
              <a:path h="986223" w="823496">
                <a:moveTo>
                  <a:pt x="0" y="0"/>
                </a:moveTo>
                <a:lnTo>
                  <a:pt x="823496" y="0"/>
                </a:lnTo>
                <a:lnTo>
                  <a:pt x="823496" y="986223"/>
                </a:lnTo>
                <a:lnTo>
                  <a:pt x="0" y="9862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54261" y="9184900"/>
            <a:ext cx="965939" cy="965939"/>
          </a:xfrm>
          <a:custGeom>
            <a:avLst/>
            <a:gdLst/>
            <a:ahLst/>
            <a:cxnLst/>
            <a:rect r="r" b="b" t="t" l="l"/>
            <a:pathLst>
              <a:path h="965939" w="965939">
                <a:moveTo>
                  <a:pt x="0" y="0"/>
                </a:moveTo>
                <a:lnTo>
                  <a:pt x="965939" y="0"/>
                </a:lnTo>
                <a:lnTo>
                  <a:pt x="965939" y="965939"/>
                </a:lnTo>
                <a:lnTo>
                  <a:pt x="0" y="9659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700536" y="9156325"/>
            <a:ext cx="4231253" cy="8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b="true" sz="2500">
                <a:solidFill>
                  <a:srgbClr val="DBE3E4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Tucuruí - Pará</a:t>
            </a:r>
          </a:p>
          <a:p>
            <a:pPr algn="r">
              <a:lnSpc>
                <a:spcPts val="3500"/>
              </a:lnSpc>
            </a:pPr>
            <a:r>
              <a:rPr lang="en-US" b="true" sz="2500">
                <a:solidFill>
                  <a:srgbClr val="DBE3E4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DAG0pcRPvik</dc:identifier>
  <dcterms:modified xsi:type="dcterms:W3CDTF">2011-08-01T06:04:30Z</dcterms:modified>
  <cp:revision>1</cp:revision>
  <dc:title>Defesa de Dissertação do PPCA - Modelo de Apresentação de Slides</dc:title>
</cp:coreProperties>
</file>